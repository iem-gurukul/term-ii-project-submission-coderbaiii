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Roboto" charset="1" panose="02000000000000000000"/>
      <p:regular r:id="rId15"/>
    </p:embeddedFont>
    <p:embeddedFont>
      <p:font typeface="Consolas" charset="1" panose="020B060902020403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notesMasters/notesMaster1.xml" Type="http://schemas.openxmlformats.org/officeDocument/2006/relationships/notesMaster"/><Relationship Id="rId13" Target="theme/theme2.xml" Type="http://schemas.openxmlformats.org/officeDocument/2006/relationships/theme"/><Relationship Id="rId14" Target="notesSlides/notesSlide1.xml" Type="http://schemas.openxmlformats.org/officeDocument/2006/relationships/notesSlide"/><Relationship Id="rId15" Target="fonts/font15.fntdata" Type="http://schemas.openxmlformats.org/officeDocument/2006/relationships/font"/><Relationship Id="rId16" Target="notesSlides/notesSlide2.xml" Type="http://schemas.openxmlformats.org/officeDocument/2006/relationships/notesSlide"/><Relationship Id="rId17" Target="fonts/font17.fntdata" Type="http://schemas.openxmlformats.org/officeDocument/2006/relationships/font"/><Relationship Id="rId18" Target="notesSlides/notesSlide3.xml" Type="http://schemas.openxmlformats.org/officeDocument/2006/relationships/notesSlide"/><Relationship Id="rId19" Target="notesSlides/notesSlide4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7.jpeg" Type="http://schemas.openxmlformats.org/officeDocument/2006/relationships/image"/><Relationship Id="rId5" Target="../media/image8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18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380502" y="2808352"/>
            <a:ext cx="9445523" cy="1757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APARTMENT MANAGEMENT SYSTEM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80502" y="4993813"/>
            <a:ext cx="9445523" cy="176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Manual management of apartment and resident data is inefficient and error-prone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System provides organized digital management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Users: managers, owners, residents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80502" y="8327192"/>
            <a:ext cx="9445523" cy="1766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Baivabi Chakraborty </a:t>
            </a:r>
          </a:p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IOTCSBT Roll 17</a:t>
            </a:r>
          </a:p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OOP Project,Spring 26</a:t>
            </a:r>
          </a:p>
          <a:p>
            <a:pPr algn="l">
              <a:lnSpc>
                <a:spcPts val="3562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18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4253065" y="554384"/>
            <a:ext cx="5242263" cy="522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3200">
                <a:solidFill>
                  <a:srgbClr val="5A6ED8"/>
                </a:solidFill>
                <a:latin typeface="Roboto"/>
                <a:ea typeface="Roboto"/>
                <a:cs typeface="Roboto"/>
                <a:sym typeface="Roboto"/>
              </a:rPr>
              <a:t>HIGH-LEVEL ARCHITECTURE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253065" y="1177080"/>
            <a:ext cx="708717" cy="850554"/>
            <a:chOff x="0" y="0"/>
            <a:chExt cx="944956" cy="1134072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945007" cy="1134110"/>
            </a:xfrm>
            <a:custGeom>
              <a:avLst/>
              <a:gdLst/>
              <a:ahLst/>
              <a:cxnLst/>
              <a:rect r="r" b="b" t="t" l="l"/>
              <a:pathLst>
                <a:path h="1134110" w="945007">
                  <a:moveTo>
                    <a:pt x="0" y="0"/>
                  </a:moveTo>
                  <a:lnTo>
                    <a:pt x="945007" y="0"/>
                  </a:lnTo>
                  <a:lnTo>
                    <a:pt x="945007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7" r="5" b="-104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5032619" y="1309240"/>
            <a:ext cx="1771945" cy="230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USER (ADMIN)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253065" y="2027634"/>
            <a:ext cx="708717" cy="850554"/>
            <a:chOff x="0" y="0"/>
            <a:chExt cx="944956" cy="1134072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945007" cy="1134110"/>
            </a:xfrm>
            <a:custGeom>
              <a:avLst/>
              <a:gdLst/>
              <a:ahLst/>
              <a:cxnLst/>
              <a:rect r="r" b="b" t="t" l="l"/>
              <a:pathLst>
                <a:path h="1134110" w="945007">
                  <a:moveTo>
                    <a:pt x="0" y="0"/>
                  </a:moveTo>
                  <a:lnTo>
                    <a:pt x="945007" y="0"/>
                  </a:lnTo>
                  <a:lnTo>
                    <a:pt x="945007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07" r="5" b="-104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032619" y="2159794"/>
            <a:ext cx="1841602" cy="230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MAIN (MENU SYSTEM)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253065" y="2878188"/>
            <a:ext cx="708717" cy="850554"/>
            <a:chOff x="0" y="0"/>
            <a:chExt cx="944956" cy="1134072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945007" cy="1134110"/>
            </a:xfrm>
            <a:custGeom>
              <a:avLst/>
              <a:gdLst/>
              <a:ahLst/>
              <a:cxnLst/>
              <a:rect r="r" b="b" t="t" l="l"/>
              <a:pathLst>
                <a:path h="1134110" w="945007">
                  <a:moveTo>
                    <a:pt x="0" y="0"/>
                  </a:moveTo>
                  <a:lnTo>
                    <a:pt x="945007" y="0"/>
                  </a:lnTo>
                  <a:lnTo>
                    <a:pt x="945007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07" r="5" b="-104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5032619" y="3010348"/>
            <a:ext cx="3355181" cy="230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APARTMENT, RESIDENT, OWNER, TENANT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253065" y="3728742"/>
            <a:ext cx="708717" cy="850554"/>
            <a:chOff x="0" y="0"/>
            <a:chExt cx="944956" cy="1134072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945007" cy="1134110"/>
            </a:xfrm>
            <a:custGeom>
              <a:avLst/>
              <a:gdLst/>
              <a:ahLst/>
              <a:cxnLst/>
              <a:rect r="r" b="b" t="t" l="l"/>
              <a:pathLst>
                <a:path h="1134110" w="945007">
                  <a:moveTo>
                    <a:pt x="0" y="0"/>
                  </a:moveTo>
                  <a:lnTo>
                    <a:pt x="945007" y="0"/>
                  </a:lnTo>
                  <a:lnTo>
                    <a:pt x="945007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07" r="5" b="-104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5032619" y="3860902"/>
            <a:ext cx="2636196" cy="230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FILE STORAGE (RESIDENTS.TXT)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253065" y="4666507"/>
            <a:ext cx="2904534" cy="373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5A6ED8"/>
                </a:solidFill>
                <a:latin typeface="Roboto"/>
                <a:ea typeface="Roboto"/>
                <a:cs typeface="Roboto"/>
                <a:sym typeface="Roboto"/>
              </a:rPr>
              <a:t>PACKAGE STRUCTURE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4253065" y="5146177"/>
            <a:ext cx="9781880" cy="1573416"/>
            <a:chOff x="0" y="0"/>
            <a:chExt cx="13042506" cy="20978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042519" cy="2097913"/>
            </a:xfrm>
            <a:custGeom>
              <a:avLst/>
              <a:gdLst/>
              <a:ahLst/>
              <a:cxnLst/>
              <a:rect r="r" b="b" t="t" l="l"/>
              <a:pathLst>
                <a:path h="2097913" w="13042519">
                  <a:moveTo>
                    <a:pt x="0" y="79375"/>
                  </a:moveTo>
                  <a:cubicBezTo>
                    <a:pt x="0" y="35560"/>
                    <a:pt x="35560" y="0"/>
                    <a:pt x="79375" y="0"/>
                  </a:cubicBezTo>
                  <a:lnTo>
                    <a:pt x="12963144" y="0"/>
                  </a:lnTo>
                  <a:cubicBezTo>
                    <a:pt x="13006958" y="0"/>
                    <a:pt x="13042519" y="35560"/>
                    <a:pt x="13042519" y="79375"/>
                  </a:cubicBezTo>
                  <a:lnTo>
                    <a:pt x="13042519" y="2018538"/>
                  </a:lnTo>
                  <a:cubicBezTo>
                    <a:pt x="13042519" y="2062353"/>
                    <a:pt x="13006958" y="2097913"/>
                    <a:pt x="12963144" y="2097913"/>
                  </a:cubicBezTo>
                  <a:lnTo>
                    <a:pt x="79375" y="2097913"/>
                  </a:lnTo>
                  <a:cubicBezTo>
                    <a:pt x="35560" y="2097913"/>
                    <a:pt x="0" y="2062353"/>
                    <a:pt x="0" y="2018538"/>
                  </a:cubicBezTo>
                  <a:close/>
                </a:path>
              </a:pathLst>
            </a:custGeom>
            <a:solidFill>
              <a:srgbClr val="0D0D25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246064" y="5146177"/>
            <a:ext cx="9795872" cy="1573416"/>
            <a:chOff x="0" y="0"/>
            <a:chExt cx="13061163" cy="209788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061060" cy="2097786"/>
            </a:xfrm>
            <a:custGeom>
              <a:avLst/>
              <a:gdLst/>
              <a:ahLst/>
              <a:cxnLst/>
              <a:rect r="r" b="b" t="t" l="l"/>
              <a:pathLst>
                <a:path h="2097786" w="13061060">
                  <a:moveTo>
                    <a:pt x="0" y="28321"/>
                  </a:moveTo>
                  <a:cubicBezTo>
                    <a:pt x="0" y="12700"/>
                    <a:pt x="12700" y="0"/>
                    <a:pt x="28321" y="0"/>
                  </a:cubicBezTo>
                  <a:lnTo>
                    <a:pt x="13032739" y="0"/>
                  </a:lnTo>
                  <a:cubicBezTo>
                    <a:pt x="13048360" y="0"/>
                    <a:pt x="13061060" y="12700"/>
                    <a:pt x="13061060" y="28321"/>
                  </a:cubicBezTo>
                  <a:lnTo>
                    <a:pt x="13061060" y="2069465"/>
                  </a:lnTo>
                  <a:cubicBezTo>
                    <a:pt x="13061060" y="2085086"/>
                    <a:pt x="13048360" y="2097786"/>
                    <a:pt x="13032739" y="2097786"/>
                  </a:cubicBezTo>
                  <a:lnTo>
                    <a:pt x="28321" y="2097786"/>
                  </a:lnTo>
                  <a:cubicBezTo>
                    <a:pt x="12700" y="2097786"/>
                    <a:pt x="0" y="2085086"/>
                    <a:pt x="0" y="2069465"/>
                  </a:cubicBezTo>
                  <a:close/>
                </a:path>
              </a:pathLst>
            </a:custGeom>
            <a:solidFill>
              <a:srgbClr val="0D0D25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4387748" y="5214347"/>
            <a:ext cx="9512503" cy="1398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CFD0D8"/>
                </a:solidFill>
                <a:latin typeface="Consolas"/>
                <a:ea typeface="Consolas"/>
                <a:cs typeface="Consolas"/>
                <a:sym typeface="Consolas"/>
              </a:rPr>
              <a:t>SRC</a:t>
            </a:r>
          </a:p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CFD0D8"/>
                </a:solidFill>
                <a:latin typeface="Consolas"/>
                <a:ea typeface="Consolas"/>
                <a:cs typeface="Consolas"/>
                <a:sym typeface="Consolas"/>
              </a:rPr>
              <a:t>├── MAIN.JAVA</a:t>
            </a:r>
          </a:p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CFD0D8"/>
                </a:solidFill>
                <a:latin typeface="Consolas"/>
                <a:ea typeface="Consolas"/>
                <a:cs typeface="Consolas"/>
                <a:sym typeface="Consolas"/>
              </a:rPr>
              <a:t>├── APARTMENT.JAVA</a:t>
            </a:r>
          </a:p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CFD0D8"/>
                </a:solidFill>
                <a:latin typeface="Consolas"/>
                <a:ea typeface="Consolas"/>
                <a:cs typeface="Consolas"/>
                <a:sym typeface="Consolas"/>
              </a:rPr>
              <a:t>├── RESIDENT.JAVA</a:t>
            </a:r>
          </a:p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CFD0D8"/>
                </a:solidFill>
                <a:latin typeface="Consolas"/>
                <a:ea typeface="Consolas"/>
                <a:cs typeface="Consolas"/>
                <a:sym typeface="Consolas"/>
              </a:rPr>
              <a:t>├── OWNER.JAVA</a:t>
            </a:r>
          </a:p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CFD0D8"/>
                </a:solidFill>
                <a:latin typeface="Consolas"/>
                <a:ea typeface="Consolas"/>
                <a:cs typeface="Consolas"/>
                <a:sym typeface="Consolas"/>
              </a:rPr>
              <a:t>├── TENANT.JAVA</a:t>
            </a:r>
          </a:p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CFD0D8"/>
                </a:solidFill>
                <a:latin typeface="Consolas"/>
                <a:ea typeface="Consolas"/>
                <a:cs typeface="Consolas"/>
                <a:sym typeface="Consolas"/>
              </a:rPr>
              <a:t>├── APARTMENTGUI.JAVA</a:t>
            </a:r>
          </a:p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CFD0D8"/>
                </a:solidFill>
                <a:latin typeface="Consolas"/>
                <a:ea typeface="Consolas"/>
                <a:cs typeface="Consolas"/>
                <a:sym typeface="Consolas"/>
              </a:rPr>
              <a:t>└── RESIDENTNOTFOUNDEXCEPTION.JAVA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253065" y="6806803"/>
            <a:ext cx="4520508" cy="373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5A6ED8"/>
                </a:solidFill>
                <a:latin typeface="Roboto"/>
                <a:ea typeface="Roboto"/>
                <a:cs typeface="Roboto"/>
                <a:sym typeface="Roboto"/>
              </a:rPr>
              <a:t>KEY CLASSES &amp; RESPONSIBILITIES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4243540" y="7276948"/>
            <a:ext cx="4874571" cy="774497"/>
            <a:chOff x="0" y="0"/>
            <a:chExt cx="6499428" cy="103266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2700" y="12700"/>
              <a:ext cx="6473952" cy="1007237"/>
            </a:xfrm>
            <a:custGeom>
              <a:avLst/>
              <a:gdLst/>
              <a:ahLst/>
              <a:cxnLst/>
              <a:rect r="r" b="b" t="t" l="l"/>
              <a:pathLst>
                <a:path h="1007237" w="6473952">
                  <a:moveTo>
                    <a:pt x="0" y="79375"/>
                  </a:moveTo>
                  <a:cubicBezTo>
                    <a:pt x="0" y="35560"/>
                    <a:pt x="36322" y="0"/>
                    <a:pt x="81026" y="0"/>
                  </a:cubicBezTo>
                  <a:lnTo>
                    <a:pt x="6392926" y="0"/>
                  </a:lnTo>
                  <a:cubicBezTo>
                    <a:pt x="6437757" y="0"/>
                    <a:pt x="6473952" y="35560"/>
                    <a:pt x="6473952" y="79375"/>
                  </a:cubicBezTo>
                  <a:lnTo>
                    <a:pt x="6473952" y="927862"/>
                  </a:lnTo>
                  <a:cubicBezTo>
                    <a:pt x="6473952" y="971677"/>
                    <a:pt x="6437630" y="1007237"/>
                    <a:pt x="6392926" y="1007237"/>
                  </a:cubicBezTo>
                  <a:lnTo>
                    <a:pt x="81026" y="1007237"/>
                  </a:lnTo>
                  <a:cubicBezTo>
                    <a:pt x="36322" y="1007237"/>
                    <a:pt x="0" y="971677"/>
                    <a:pt x="0" y="927862"/>
                  </a:cubicBezTo>
                  <a:close/>
                </a:path>
              </a:pathLst>
            </a:custGeom>
            <a:solidFill>
              <a:srgbClr val="000018">
                <a:alpha val="90196"/>
              </a:srgbClr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499352" cy="1032637"/>
            </a:xfrm>
            <a:custGeom>
              <a:avLst/>
              <a:gdLst/>
              <a:ahLst/>
              <a:cxnLst/>
              <a:rect r="r" b="b" t="t" l="l"/>
              <a:pathLst>
                <a:path h="1032637" w="6499352">
                  <a:moveTo>
                    <a:pt x="0" y="92075"/>
                  </a:moveTo>
                  <a:cubicBezTo>
                    <a:pt x="0" y="41021"/>
                    <a:pt x="42291" y="0"/>
                    <a:pt x="93726" y="0"/>
                  </a:cubicBezTo>
                  <a:lnTo>
                    <a:pt x="6405626" y="0"/>
                  </a:lnTo>
                  <a:lnTo>
                    <a:pt x="6405626" y="12700"/>
                  </a:lnTo>
                  <a:lnTo>
                    <a:pt x="6405626" y="0"/>
                  </a:lnTo>
                  <a:cubicBezTo>
                    <a:pt x="6457188" y="0"/>
                    <a:pt x="6499352" y="41021"/>
                    <a:pt x="6499352" y="92075"/>
                  </a:cubicBezTo>
                  <a:lnTo>
                    <a:pt x="6486652" y="92075"/>
                  </a:lnTo>
                  <a:lnTo>
                    <a:pt x="6499352" y="92075"/>
                  </a:lnTo>
                  <a:lnTo>
                    <a:pt x="6499352" y="940562"/>
                  </a:lnTo>
                  <a:lnTo>
                    <a:pt x="6486652" y="940562"/>
                  </a:lnTo>
                  <a:lnTo>
                    <a:pt x="6499352" y="940562"/>
                  </a:lnTo>
                  <a:cubicBezTo>
                    <a:pt x="6499352" y="991616"/>
                    <a:pt x="6457061" y="1032637"/>
                    <a:pt x="6405626" y="1032637"/>
                  </a:cubicBezTo>
                  <a:lnTo>
                    <a:pt x="6405626" y="1019937"/>
                  </a:lnTo>
                  <a:lnTo>
                    <a:pt x="6405626" y="1032637"/>
                  </a:lnTo>
                  <a:lnTo>
                    <a:pt x="93726" y="1032637"/>
                  </a:lnTo>
                  <a:lnTo>
                    <a:pt x="93726" y="1019937"/>
                  </a:lnTo>
                  <a:lnTo>
                    <a:pt x="93726" y="1032637"/>
                  </a:lnTo>
                  <a:cubicBezTo>
                    <a:pt x="42291" y="1032637"/>
                    <a:pt x="0" y="991743"/>
                    <a:pt x="0" y="940562"/>
                  </a:cubicBezTo>
                  <a:lnTo>
                    <a:pt x="0" y="92075"/>
                  </a:lnTo>
                  <a:lnTo>
                    <a:pt x="12700" y="92075"/>
                  </a:lnTo>
                  <a:lnTo>
                    <a:pt x="0" y="92075"/>
                  </a:lnTo>
                  <a:moveTo>
                    <a:pt x="25400" y="92075"/>
                  </a:moveTo>
                  <a:lnTo>
                    <a:pt x="25400" y="940562"/>
                  </a:lnTo>
                  <a:lnTo>
                    <a:pt x="12700" y="940562"/>
                  </a:lnTo>
                  <a:lnTo>
                    <a:pt x="25400" y="940562"/>
                  </a:lnTo>
                  <a:cubicBezTo>
                    <a:pt x="25400" y="977138"/>
                    <a:pt x="55753" y="1007237"/>
                    <a:pt x="93726" y="1007237"/>
                  </a:cubicBezTo>
                  <a:lnTo>
                    <a:pt x="6405626" y="1007237"/>
                  </a:lnTo>
                  <a:cubicBezTo>
                    <a:pt x="6443599" y="1007237"/>
                    <a:pt x="6473952" y="977138"/>
                    <a:pt x="6473952" y="940562"/>
                  </a:cubicBezTo>
                  <a:lnTo>
                    <a:pt x="6473952" y="92075"/>
                  </a:lnTo>
                  <a:cubicBezTo>
                    <a:pt x="6473952" y="55499"/>
                    <a:pt x="6443599" y="25400"/>
                    <a:pt x="6405626" y="25400"/>
                  </a:cubicBezTo>
                  <a:lnTo>
                    <a:pt x="93726" y="25400"/>
                  </a:lnTo>
                  <a:lnTo>
                    <a:pt x="93726" y="12700"/>
                  </a:lnTo>
                  <a:lnTo>
                    <a:pt x="93726" y="25400"/>
                  </a:lnTo>
                  <a:cubicBezTo>
                    <a:pt x="55753" y="25400"/>
                    <a:pt x="25400" y="55499"/>
                    <a:pt x="25400" y="92075"/>
                  </a:cubicBezTo>
                  <a:close/>
                </a:path>
              </a:pathLst>
            </a:custGeom>
            <a:solidFill>
              <a:srgbClr val="313E80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4413799" y="7437682"/>
            <a:ext cx="1771945" cy="230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MAIN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413799" y="7692028"/>
            <a:ext cx="4534052" cy="189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HANDLES FLOW AND INPUT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169898" y="7276948"/>
            <a:ext cx="4874571" cy="774497"/>
            <a:chOff x="0" y="0"/>
            <a:chExt cx="6499428" cy="103266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2700" y="12700"/>
              <a:ext cx="6473952" cy="1007237"/>
            </a:xfrm>
            <a:custGeom>
              <a:avLst/>
              <a:gdLst/>
              <a:ahLst/>
              <a:cxnLst/>
              <a:rect r="r" b="b" t="t" l="l"/>
              <a:pathLst>
                <a:path h="1007237" w="6473952">
                  <a:moveTo>
                    <a:pt x="0" y="79375"/>
                  </a:moveTo>
                  <a:cubicBezTo>
                    <a:pt x="0" y="35560"/>
                    <a:pt x="36322" y="0"/>
                    <a:pt x="81026" y="0"/>
                  </a:cubicBezTo>
                  <a:lnTo>
                    <a:pt x="6392926" y="0"/>
                  </a:lnTo>
                  <a:cubicBezTo>
                    <a:pt x="6437757" y="0"/>
                    <a:pt x="6473952" y="35560"/>
                    <a:pt x="6473952" y="79375"/>
                  </a:cubicBezTo>
                  <a:lnTo>
                    <a:pt x="6473952" y="927862"/>
                  </a:lnTo>
                  <a:cubicBezTo>
                    <a:pt x="6473952" y="971677"/>
                    <a:pt x="6437630" y="1007237"/>
                    <a:pt x="6392926" y="1007237"/>
                  </a:cubicBezTo>
                  <a:lnTo>
                    <a:pt x="81026" y="1007237"/>
                  </a:lnTo>
                  <a:cubicBezTo>
                    <a:pt x="36322" y="1007237"/>
                    <a:pt x="0" y="971677"/>
                    <a:pt x="0" y="927862"/>
                  </a:cubicBezTo>
                  <a:close/>
                </a:path>
              </a:pathLst>
            </a:custGeom>
            <a:solidFill>
              <a:srgbClr val="000018">
                <a:alpha val="90196"/>
              </a:srgbClr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499352" cy="1032637"/>
            </a:xfrm>
            <a:custGeom>
              <a:avLst/>
              <a:gdLst/>
              <a:ahLst/>
              <a:cxnLst/>
              <a:rect r="r" b="b" t="t" l="l"/>
              <a:pathLst>
                <a:path h="1032637" w="6499352">
                  <a:moveTo>
                    <a:pt x="0" y="92075"/>
                  </a:moveTo>
                  <a:cubicBezTo>
                    <a:pt x="0" y="41021"/>
                    <a:pt x="42291" y="0"/>
                    <a:pt x="93726" y="0"/>
                  </a:cubicBezTo>
                  <a:lnTo>
                    <a:pt x="6405626" y="0"/>
                  </a:lnTo>
                  <a:lnTo>
                    <a:pt x="6405626" y="12700"/>
                  </a:lnTo>
                  <a:lnTo>
                    <a:pt x="6405626" y="0"/>
                  </a:lnTo>
                  <a:cubicBezTo>
                    <a:pt x="6457188" y="0"/>
                    <a:pt x="6499352" y="41021"/>
                    <a:pt x="6499352" y="92075"/>
                  </a:cubicBezTo>
                  <a:lnTo>
                    <a:pt x="6486652" y="92075"/>
                  </a:lnTo>
                  <a:lnTo>
                    <a:pt x="6499352" y="92075"/>
                  </a:lnTo>
                  <a:lnTo>
                    <a:pt x="6499352" y="940562"/>
                  </a:lnTo>
                  <a:lnTo>
                    <a:pt x="6486652" y="940562"/>
                  </a:lnTo>
                  <a:lnTo>
                    <a:pt x="6499352" y="940562"/>
                  </a:lnTo>
                  <a:cubicBezTo>
                    <a:pt x="6499352" y="991616"/>
                    <a:pt x="6457061" y="1032637"/>
                    <a:pt x="6405626" y="1032637"/>
                  </a:cubicBezTo>
                  <a:lnTo>
                    <a:pt x="6405626" y="1019937"/>
                  </a:lnTo>
                  <a:lnTo>
                    <a:pt x="6405626" y="1032637"/>
                  </a:lnTo>
                  <a:lnTo>
                    <a:pt x="93726" y="1032637"/>
                  </a:lnTo>
                  <a:lnTo>
                    <a:pt x="93726" y="1019937"/>
                  </a:lnTo>
                  <a:lnTo>
                    <a:pt x="93726" y="1032637"/>
                  </a:lnTo>
                  <a:cubicBezTo>
                    <a:pt x="42291" y="1032637"/>
                    <a:pt x="0" y="991743"/>
                    <a:pt x="0" y="940562"/>
                  </a:cubicBezTo>
                  <a:lnTo>
                    <a:pt x="0" y="92075"/>
                  </a:lnTo>
                  <a:lnTo>
                    <a:pt x="12700" y="92075"/>
                  </a:lnTo>
                  <a:lnTo>
                    <a:pt x="0" y="92075"/>
                  </a:lnTo>
                  <a:moveTo>
                    <a:pt x="25400" y="92075"/>
                  </a:moveTo>
                  <a:lnTo>
                    <a:pt x="25400" y="940562"/>
                  </a:lnTo>
                  <a:lnTo>
                    <a:pt x="12700" y="940562"/>
                  </a:lnTo>
                  <a:lnTo>
                    <a:pt x="25400" y="940562"/>
                  </a:lnTo>
                  <a:cubicBezTo>
                    <a:pt x="25400" y="977138"/>
                    <a:pt x="55753" y="1007237"/>
                    <a:pt x="93726" y="1007237"/>
                  </a:cubicBezTo>
                  <a:lnTo>
                    <a:pt x="6405626" y="1007237"/>
                  </a:lnTo>
                  <a:cubicBezTo>
                    <a:pt x="6443599" y="1007237"/>
                    <a:pt x="6473952" y="977138"/>
                    <a:pt x="6473952" y="940562"/>
                  </a:cubicBezTo>
                  <a:lnTo>
                    <a:pt x="6473952" y="92075"/>
                  </a:lnTo>
                  <a:cubicBezTo>
                    <a:pt x="6473952" y="55499"/>
                    <a:pt x="6443599" y="25400"/>
                    <a:pt x="6405626" y="25400"/>
                  </a:cubicBezTo>
                  <a:lnTo>
                    <a:pt x="93726" y="25400"/>
                  </a:lnTo>
                  <a:lnTo>
                    <a:pt x="93726" y="12700"/>
                  </a:lnTo>
                  <a:lnTo>
                    <a:pt x="93726" y="25400"/>
                  </a:lnTo>
                  <a:cubicBezTo>
                    <a:pt x="55753" y="25400"/>
                    <a:pt x="25400" y="55499"/>
                    <a:pt x="25400" y="92075"/>
                  </a:cubicBezTo>
                  <a:close/>
                </a:path>
              </a:pathLst>
            </a:custGeom>
            <a:solidFill>
              <a:srgbClr val="313E80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340158" y="7437682"/>
            <a:ext cx="1771945" cy="230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APARTMENT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340158" y="7692028"/>
            <a:ext cx="4534052" cy="189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MANAGES APARTMENT DATA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4243540" y="8103241"/>
            <a:ext cx="4874571" cy="774497"/>
            <a:chOff x="0" y="0"/>
            <a:chExt cx="6499428" cy="103266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2700" y="12700"/>
              <a:ext cx="6473952" cy="1007237"/>
            </a:xfrm>
            <a:custGeom>
              <a:avLst/>
              <a:gdLst/>
              <a:ahLst/>
              <a:cxnLst/>
              <a:rect r="r" b="b" t="t" l="l"/>
              <a:pathLst>
                <a:path h="1007237" w="6473952">
                  <a:moveTo>
                    <a:pt x="0" y="79375"/>
                  </a:moveTo>
                  <a:cubicBezTo>
                    <a:pt x="0" y="35560"/>
                    <a:pt x="36322" y="0"/>
                    <a:pt x="81026" y="0"/>
                  </a:cubicBezTo>
                  <a:lnTo>
                    <a:pt x="6392926" y="0"/>
                  </a:lnTo>
                  <a:cubicBezTo>
                    <a:pt x="6437757" y="0"/>
                    <a:pt x="6473952" y="35560"/>
                    <a:pt x="6473952" y="79375"/>
                  </a:cubicBezTo>
                  <a:lnTo>
                    <a:pt x="6473952" y="927862"/>
                  </a:lnTo>
                  <a:cubicBezTo>
                    <a:pt x="6473952" y="971677"/>
                    <a:pt x="6437630" y="1007237"/>
                    <a:pt x="6392926" y="1007237"/>
                  </a:cubicBezTo>
                  <a:lnTo>
                    <a:pt x="81026" y="1007237"/>
                  </a:lnTo>
                  <a:cubicBezTo>
                    <a:pt x="36322" y="1007237"/>
                    <a:pt x="0" y="971677"/>
                    <a:pt x="0" y="927862"/>
                  </a:cubicBezTo>
                  <a:close/>
                </a:path>
              </a:pathLst>
            </a:custGeom>
            <a:solidFill>
              <a:srgbClr val="000018">
                <a:alpha val="90196"/>
              </a:srgbClr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499352" cy="1032637"/>
            </a:xfrm>
            <a:custGeom>
              <a:avLst/>
              <a:gdLst/>
              <a:ahLst/>
              <a:cxnLst/>
              <a:rect r="r" b="b" t="t" l="l"/>
              <a:pathLst>
                <a:path h="1032637" w="6499352">
                  <a:moveTo>
                    <a:pt x="0" y="92075"/>
                  </a:moveTo>
                  <a:cubicBezTo>
                    <a:pt x="0" y="41021"/>
                    <a:pt x="42291" y="0"/>
                    <a:pt x="93726" y="0"/>
                  </a:cubicBezTo>
                  <a:lnTo>
                    <a:pt x="6405626" y="0"/>
                  </a:lnTo>
                  <a:lnTo>
                    <a:pt x="6405626" y="12700"/>
                  </a:lnTo>
                  <a:lnTo>
                    <a:pt x="6405626" y="0"/>
                  </a:lnTo>
                  <a:cubicBezTo>
                    <a:pt x="6457188" y="0"/>
                    <a:pt x="6499352" y="41021"/>
                    <a:pt x="6499352" y="92075"/>
                  </a:cubicBezTo>
                  <a:lnTo>
                    <a:pt x="6486652" y="92075"/>
                  </a:lnTo>
                  <a:lnTo>
                    <a:pt x="6499352" y="92075"/>
                  </a:lnTo>
                  <a:lnTo>
                    <a:pt x="6499352" y="940562"/>
                  </a:lnTo>
                  <a:lnTo>
                    <a:pt x="6486652" y="940562"/>
                  </a:lnTo>
                  <a:lnTo>
                    <a:pt x="6499352" y="940562"/>
                  </a:lnTo>
                  <a:cubicBezTo>
                    <a:pt x="6499352" y="991616"/>
                    <a:pt x="6457061" y="1032637"/>
                    <a:pt x="6405626" y="1032637"/>
                  </a:cubicBezTo>
                  <a:lnTo>
                    <a:pt x="6405626" y="1019937"/>
                  </a:lnTo>
                  <a:lnTo>
                    <a:pt x="6405626" y="1032637"/>
                  </a:lnTo>
                  <a:lnTo>
                    <a:pt x="93726" y="1032637"/>
                  </a:lnTo>
                  <a:lnTo>
                    <a:pt x="93726" y="1019937"/>
                  </a:lnTo>
                  <a:lnTo>
                    <a:pt x="93726" y="1032637"/>
                  </a:lnTo>
                  <a:cubicBezTo>
                    <a:pt x="42291" y="1032637"/>
                    <a:pt x="0" y="991743"/>
                    <a:pt x="0" y="940562"/>
                  </a:cubicBezTo>
                  <a:lnTo>
                    <a:pt x="0" y="92075"/>
                  </a:lnTo>
                  <a:lnTo>
                    <a:pt x="12700" y="92075"/>
                  </a:lnTo>
                  <a:lnTo>
                    <a:pt x="0" y="92075"/>
                  </a:lnTo>
                  <a:moveTo>
                    <a:pt x="25400" y="92075"/>
                  </a:moveTo>
                  <a:lnTo>
                    <a:pt x="25400" y="940562"/>
                  </a:lnTo>
                  <a:lnTo>
                    <a:pt x="12700" y="940562"/>
                  </a:lnTo>
                  <a:lnTo>
                    <a:pt x="25400" y="940562"/>
                  </a:lnTo>
                  <a:cubicBezTo>
                    <a:pt x="25400" y="977138"/>
                    <a:pt x="55753" y="1007237"/>
                    <a:pt x="93726" y="1007237"/>
                  </a:cubicBezTo>
                  <a:lnTo>
                    <a:pt x="6405626" y="1007237"/>
                  </a:lnTo>
                  <a:cubicBezTo>
                    <a:pt x="6443599" y="1007237"/>
                    <a:pt x="6473952" y="977138"/>
                    <a:pt x="6473952" y="940562"/>
                  </a:cubicBezTo>
                  <a:lnTo>
                    <a:pt x="6473952" y="92075"/>
                  </a:lnTo>
                  <a:cubicBezTo>
                    <a:pt x="6473952" y="55499"/>
                    <a:pt x="6443599" y="25400"/>
                    <a:pt x="6405626" y="25400"/>
                  </a:cubicBezTo>
                  <a:lnTo>
                    <a:pt x="93726" y="25400"/>
                  </a:lnTo>
                  <a:lnTo>
                    <a:pt x="93726" y="12700"/>
                  </a:lnTo>
                  <a:lnTo>
                    <a:pt x="93726" y="25400"/>
                  </a:lnTo>
                  <a:cubicBezTo>
                    <a:pt x="55753" y="25400"/>
                    <a:pt x="25400" y="55499"/>
                    <a:pt x="25400" y="92075"/>
                  </a:cubicBezTo>
                  <a:close/>
                </a:path>
              </a:pathLst>
            </a:custGeom>
            <a:solidFill>
              <a:srgbClr val="313E80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4413799" y="8263976"/>
            <a:ext cx="1771945" cy="230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RESIDENT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413799" y="8518322"/>
            <a:ext cx="4534052" cy="189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STORES RESIDENT DETAILS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169898" y="8103241"/>
            <a:ext cx="4874571" cy="774497"/>
            <a:chOff x="0" y="0"/>
            <a:chExt cx="6499428" cy="103266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2700" y="12700"/>
              <a:ext cx="6473952" cy="1007237"/>
            </a:xfrm>
            <a:custGeom>
              <a:avLst/>
              <a:gdLst/>
              <a:ahLst/>
              <a:cxnLst/>
              <a:rect r="r" b="b" t="t" l="l"/>
              <a:pathLst>
                <a:path h="1007237" w="6473952">
                  <a:moveTo>
                    <a:pt x="0" y="79375"/>
                  </a:moveTo>
                  <a:cubicBezTo>
                    <a:pt x="0" y="35560"/>
                    <a:pt x="36322" y="0"/>
                    <a:pt x="81026" y="0"/>
                  </a:cubicBezTo>
                  <a:lnTo>
                    <a:pt x="6392926" y="0"/>
                  </a:lnTo>
                  <a:cubicBezTo>
                    <a:pt x="6437757" y="0"/>
                    <a:pt x="6473952" y="35560"/>
                    <a:pt x="6473952" y="79375"/>
                  </a:cubicBezTo>
                  <a:lnTo>
                    <a:pt x="6473952" y="927862"/>
                  </a:lnTo>
                  <a:cubicBezTo>
                    <a:pt x="6473952" y="971677"/>
                    <a:pt x="6437630" y="1007237"/>
                    <a:pt x="6392926" y="1007237"/>
                  </a:cubicBezTo>
                  <a:lnTo>
                    <a:pt x="81026" y="1007237"/>
                  </a:lnTo>
                  <a:cubicBezTo>
                    <a:pt x="36322" y="1007237"/>
                    <a:pt x="0" y="971677"/>
                    <a:pt x="0" y="927862"/>
                  </a:cubicBezTo>
                  <a:close/>
                </a:path>
              </a:pathLst>
            </a:custGeom>
            <a:solidFill>
              <a:srgbClr val="000018">
                <a:alpha val="90196"/>
              </a:srgbClr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499352" cy="1032637"/>
            </a:xfrm>
            <a:custGeom>
              <a:avLst/>
              <a:gdLst/>
              <a:ahLst/>
              <a:cxnLst/>
              <a:rect r="r" b="b" t="t" l="l"/>
              <a:pathLst>
                <a:path h="1032637" w="6499352">
                  <a:moveTo>
                    <a:pt x="0" y="92075"/>
                  </a:moveTo>
                  <a:cubicBezTo>
                    <a:pt x="0" y="41021"/>
                    <a:pt x="42291" y="0"/>
                    <a:pt x="93726" y="0"/>
                  </a:cubicBezTo>
                  <a:lnTo>
                    <a:pt x="6405626" y="0"/>
                  </a:lnTo>
                  <a:lnTo>
                    <a:pt x="6405626" y="12700"/>
                  </a:lnTo>
                  <a:lnTo>
                    <a:pt x="6405626" y="0"/>
                  </a:lnTo>
                  <a:cubicBezTo>
                    <a:pt x="6457188" y="0"/>
                    <a:pt x="6499352" y="41021"/>
                    <a:pt x="6499352" y="92075"/>
                  </a:cubicBezTo>
                  <a:lnTo>
                    <a:pt x="6486652" y="92075"/>
                  </a:lnTo>
                  <a:lnTo>
                    <a:pt x="6499352" y="92075"/>
                  </a:lnTo>
                  <a:lnTo>
                    <a:pt x="6499352" y="940562"/>
                  </a:lnTo>
                  <a:lnTo>
                    <a:pt x="6486652" y="940562"/>
                  </a:lnTo>
                  <a:lnTo>
                    <a:pt x="6499352" y="940562"/>
                  </a:lnTo>
                  <a:cubicBezTo>
                    <a:pt x="6499352" y="991616"/>
                    <a:pt x="6457061" y="1032637"/>
                    <a:pt x="6405626" y="1032637"/>
                  </a:cubicBezTo>
                  <a:lnTo>
                    <a:pt x="6405626" y="1019937"/>
                  </a:lnTo>
                  <a:lnTo>
                    <a:pt x="6405626" y="1032637"/>
                  </a:lnTo>
                  <a:lnTo>
                    <a:pt x="93726" y="1032637"/>
                  </a:lnTo>
                  <a:lnTo>
                    <a:pt x="93726" y="1019937"/>
                  </a:lnTo>
                  <a:lnTo>
                    <a:pt x="93726" y="1032637"/>
                  </a:lnTo>
                  <a:cubicBezTo>
                    <a:pt x="42291" y="1032637"/>
                    <a:pt x="0" y="991743"/>
                    <a:pt x="0" y="940562"/>
                  </a:cubicBezTo>
                  <a:lnTo>
                    <a:pt x="0" y="92075"/>
                  </a:lnTo>
                  <a:lnTo>
                    <a:pt x="12700" y="92075"/>
                  </a:lnTo>
                  <a:lnTo>
                    <a:pt x="0" y="92075"/>
                  </a:lnTo>
                  <a:moveTo>
                    <a:pt x="25400" y="92075"/>
                  </a:moveTo>
                  <a:lnTo>
                    <a:pt x="25400" y="940562"/>
                  </a:lnTo>
                  <a:lnTo>
                    <a:pt x="12700" y="940562"/>
                  </a:lnTo>
                  <a:lnTo>
                    <a:pt x="25400" y="940562"/>
                  </a:lnTo>
                  <a:cubicBezTo>
                    <a:pt x="25400" y="977138"/>
                    <a:pt x="55753" y="1007237"/>
                    <a:pt x="93726" y="1007237"/>
                  </a:cubicBezTo>
                  <a:lnTo>
                    <a:pt x="6405626" y="1007237"/>
                  </a:lnTo>
                  <a:cubicBezTo>
                    <a:pt x="6443599" y="1007237"/>
                    <a:pt x="6473952" y="977138"/>
                    <a:pt x="6473952" y="940562"/>
                  </a:cubicBezTo>
                  <a:lnTo>
                    <a:pt x="6473952" y="92075"/>
                  </a:lnTo>
                  <a:cubicBezTo>
                    <a:pt x="6473952" y="55499"/>
                    <a:pt x="6443599" y="25400"/>
                    <a:pt x="6405626" y="25400"/>
                  </a:cubicBezTo>
                  <a:lnTo>
                    <a:pt x="93726" y="25400"/>
                  </a:lnTo>
                  <a:lnTo>
                    <a:pt x="93726" y="12700"/>
                  </a:lnTo>
                  <a:lnTo>
                    <a:pt x="93726" y="25400"/>
                  </a:lnTo>
                  <a:cubicBezTo>
                    <a:pt x="55753" y="25400"/>
                    <a:pt x="25400" y="55499"/>
                    <a:pt x="25400" y="92075"/>
                  </a:cubicBezTo>
                  <a:close/>
                </a:path>
              </a:pathLst>
            </a:custGeom>
            <a:solidFill>
              <a:srgbClr val="313E80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9340158" y="8263976"/>
            <a:ext cx="1771945" cy="230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TENANT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340158" y="8518322"/>
            <a:ext cx="4534052" cy="189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EXTENDS RESIDENT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4243540" y="8929535"/>
            <a:ext cx="4874571" cy="774497"/>
            <a:chOff x="0" y="0"/>
            <a:chExt cx="6499428" cy="103266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2700" y="12700"/>
              <a:ext cx="6473952" cy="1007237"/>
            </a:xfrm>
            <a:custGeom>
              <a:avLst/>
              <a:gdLst/>
              <a:ahLst/>
              <a:cxnLst/>
              <a:rect r="r" b="b" t="t" l="l"/>
              <a:pathLst>
                <a:path h="1007237" w="6473952">
                  <a:moveTo>
                    <a:pt x="0" y="79375"/>
                  </a:moveTo>
                  <a:cubicBezTo>
                    <a:pt x="0" y="35560"/>
                    <a:pt x="36322" y="0"/>
                    <a:pt x="81026" y="0"/>
                  </a:cubicBezTo>
                  <a:lnTo>
                    <a:pt x="6392926" y="0"/>
                  </a:lnTo>
                  <a:cubicBezTo>
                    <a:pt x="6437757" y="0"/>
                    <a:pt x="6473952" y="35560"/>
                    <a:pt x="6473952" y="79375"/>
                  </a:cubicBezTo>
                  <a:lnTo>
                    <a:pt x="6473952" y="927862"/>
                  </a:lnTo>
                  <a:cubicBezTo>
                    <a:pt x="6473952" y="971677"/>
                    <a:pt x="6437630" y="1007237"/>
                    <a:pt x="6392926" y="1007237"/>
                  </a:cubicBezTo>
                  <a:lnTo>
                    <a:pt x="81026" y="1007237"/>
                  </a:lnTo>
                  <a:cubicBezTo>
                    <a:pt x="36322" y="1007237"/>
                    <a:pt x="0" y="971677"/>
                    <a:pt x="0" y="927862"/>
                  </a:cubicBezTo>
                  <a:close/>
                </a:path>
              </a:pathLst>
            </a:custGeom>
            <a:solidFill>
              <a:srgbClr val="000018">
                <a:alpha val="90196"/>
              </a:srgbClr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499352" cy="1032637"/>
            </a:xfrm>
            <a:custGeom>
              <a:avLst/>
              <a:gdLst/>
              <a:ahLst/>
              <a:cxnLst/>
              <a:rect r="r" b="b" t="t" l="l"/>
              <a:pathLst>
                <a:path h="1032637" w="6499352">
                  <a:moveTo>
                    <a:pt x="0" y="92075"/>
                  </a:moveTo>
                  <a:cubicBezTo>
                    <a:pt x="0" y="41021"/>
                    <a:pt x="42291" y="0"/>
                    <a:pt x="93726" y="0"/>
                  </a:cubicBezTo>
                  <a:lnTo>
                    <a:pt x="6405626" y="0"/>
                  </a:lnTo>
                  <a:lnTo>
                    <a:pt x="6405626" y="12700"/>
                  </a:lnTo>
                  <a:lnTo>
                    <a:pt x="6405626" y="0"/>
                  </a:lnTo>
                  <a:cubicBezTo>
                    <a:pt x="6457188" y="0"/>
                    <a:pt x="6499352" y="41021"/>
                    <a:pt x="6499352" y="92075"/>
                  </a:cubicBezTo>
                  <a:lnTo>
                    <a:pt x="6486652" y="92075"/>
                  </a:lnTo>
                  <a:lnTo>
                    <a:pt x="6499352" y="92075"/>
                  </a:lnTo>
                  <a:lnTo>
                    <a:pt x="6499352" y="940562"/>
                  </a:lnTo>
                  <a:lnTo>
                    <a:pt x="6486652" y="940562"/>
                  </a:lnTo>
                  <a:lnTo>
                    <a:pt x="6499352" y="940562"/>
                  </a:lnTo>
                  <a:cubicBezTo>
                    <a:pt x="6499352" y="991616"/>
                    <a:pt x="6457061" y="1032637"/>
                    <a:pt x="6405626" y="1032637"/>
                  </a:cubicBezTo>
                  <a:lnTo>
                    <a:pt x="6405626" y="1019937"/>
                  </a:lnTo>
                  <a:lnTo>
                    <a:pt x="6405626" y="1032637"/>
                  </a:lnTo>
                  <a:lnTo>
                    <a:pt x="93726" y="1032637"/>
                  </a:lnTo>
                  <a:lnTo>
                    <a:pt x="93726" y="1019937"/>
                  </a:lnTo>
                  <a:lnTo>
                    <a:pt x="93726" y="1032637"/>
                  </a:lnTo>
                  <a:cubicBezTo>
                    <a:pt x="42291" y="1032637"/>
                    <a:pt x="0" y="991743"/>
                    <a:pt x="0" y="940562"/>
                  </a:cubicBezTo>
                  <a:lnTo>
                    <a:pt x="0" y="92075"/>
                  </a:lnTo>
                  <a:lnTo>
                    <a:pt x="12700" y="92075"/>
                  </a:lnTo>
                  <a:lnTo>
                    <a:pt x="0" y="92075"/>
                  </a:lnTo>
                  <a:moveTo>
                    <a:pt x="25400" y="92075"/>
                  </a:moveTo>
                  <a:lnTo>
                    <a:pt x="25400" y="940562"/>
                  </a:lnTo>
                  <a:lnTo>
                    <a:pt x="12700" y="940562"/>
                  </a:lnTo>
                  <a:lnTo>
                    <a:pt x="25400" y="940562"/>
                  </a:lnTo>
                  <a:cubicBezTo>
                    <a:pt x="25400" y="977138"/>
                    <a:pt x="55753" y="1007237"/>
                    <a:pt x="93726" y="1007237"/>
                  </a:cubicBezTo>
                  <a:lnTo>
                    <a:pt x="6405626" y="1007237"/>
                  </a:lnTo>
                  <a:cubicBezTo>
                    <a:pt x="6443599" y="1007237"/>
                    <a:pt x="6473952" y="977138"/>
                    <a:pt x="6473952" y="940562"/>
                  </a:cubicBezTo>
                  <a:lnTo>
                    <a:pt x="6473952" y="92075"/>
                  </a:lnTo>
                  <a:cubicBezTo>
                    <a:pt x="6473952" y="55499"/>
                    <a:pt x="6443599" y="25400"/>
                    <a:pt x="6405626" y="25400"/>
                  </a:cubicBezTo>
                  <a:lnTo>
                    <a:pt x="93726" y="25400"/>
                  </a:lnTo>
                  <a:lnTo>
                    <a:pt x="93726" y="12700"/>
                  </a:lnTo>
                  <a:lnTo>
                    <a:pt x="93726" y="25400"/>
                  </a:lnTo>
                  <a:cubicBezTo>
                    <a:pt x="55753" y="25400"/>
                    <a:pt x="25400" y="55499"/>
                    <a:pt x="25400" y="92075"/>
                  </a:cubicBezTo>
                  <a:close/>
                </a:path>
              </a:pathLst>
            </a:custGeom>
            <a:solidFill>
              <a:srgbClr val="313E80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4413799" y="9090269"/>
            <a:ext cx="1771945" cy="230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OWNER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413799" y="9344616"/>
            <a:ext cx="4534052" cy="189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STORES OWNER DATA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9169898" y="8929535"/>
            <a:ext cx="4874571" cy="774497"/>
            <a:chOff x="0" y="0"/>
            <a:chExt cx="6499428" cy="103266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12700" y="12700"/>
              <a:ext cx="6473952" cy="1007237"/>
            </a:xfrm>
            <a:custGeom>
              <a:avLst/>
              <a:gdLst/>
              <a:ahLst/>
              <a:cxnLst/>
              <a:rect r="r" b="b" t="t" l="l"/>
              <a:pathLst>
                <a:path h="1007237" w="6473952">
                  <a:moveTo>
                    <a:pt x="0" y="79375"/>
                  </a:moveTo>
                  <a:cubicBezTo>
                    <a:pt x="0" y="35560"/>
                    <a:pt x="36322" y="0"/>
                    <a:pt x="81026" y="0"/>
                  </a:cubicBezTo>
                  <a:lnTo>
                    <a:pt x="6392926" y="0"/>
                  </a:lnTo>
                  <a:cubicBezTo>
                    <a:pt x="6437757" y="0"/>
                    <a:pt x="6473952" y="35560"/>
                    <a:pt x="6473952" y="79375"/>
                  </a:cubicBezTo>
                  <a:lnTo>
                    <a:pt x="6473952" y="927862"/>
                  </a:lnTo>
                  <a:cubicBezTo>
                    <a:pt x="6473952" y="971677"/>
                    <a:pt x="6437630" y="1007237"/>
                    <a:pt x="6392926" y="1007237"/>
                  </a:cubicBezTo>
                  <a:lnTo>
                    <a:pt x="81026" y="1007237"/>
                  </a:lnTo>
                  <a:cubicBezTo>
                    <a:pt x="36322" y="1007237"/>
                    <a:pt x="0" y="971677"/>
                    <a:pt x="0" y="927862"/>
                  </a:cubicBezTo>
                  <a:close/>
                </a:path>
              </a:pathLst>
            </a:custGeom>
            <a:solidFill>
              <a:srgbClr val="000018">
                <a:alpha val="90196"/>
              </a:srgbClr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499352" cy="1032637"/>
            </a:xfrm>
            <a:custGeom>
              <a:avLst/>
              <a:gdLst/>
              <a:ahLst/>
              <a:cxnLst/>
              <a:rect r="r" b="b" t="t" l="l"/>
              <a:pathLst>
                <a:path h="1032637" w="6499352">
                  <a:moveTo>
                    <a:pt x="0" y="92075"/>
                  </a:moveTo>
                  <a:cubicBezTo>
                    <a:pt x="0" y="41021"/>
                    <a:pt x="42291" y="0"/>
                    <a:pt x="93726" y="0"/>
                  </a:cubicBezTo>
                  <a:lnTo>
                    <a:pt x="6405626" y="0"/>
                  </a:lnTo>
                  <a:lnTo>
                    <a:pt x="6405626" y="12700"/>
                  </a:lnTo>
                  <a:lnTo>
                    <a:pt x="6405626" y="0"/>
                  </a:lnTo>
                  <a:cubicBezTo>
                    <a:pt x="6457188" y="0"/>
                    <a:pt x="6499352" y="41021"/>
                    <a:pt x="6499352" y="92075"/>
                  </a:cubicBezTo>
                  <a:lnTo>
                    <a:pt x="6486652" y="92075"/>
                  </a:lnTo>
                  <a:lnTo>
                    <a:pt x="6499352" y="92075"/>
                  </a:lnTo>
                  <a:lnTo>
                    <a:pt x="6499352" y="940562"/>
                  </a:lnTo>
                  <a:lnTo>
                    <a:pt x="6486652" y="940562"/>
                  </a:lnTo>
                  <a:lnTo>
                    <a:pt x="6499352" y="940562"/>
                  </a:lnTo>
                  <a:cubicBezTo>
                    <a:pt x="6499352" y="991616"/>
                    <a:pt x="6457061" y="1032637"/>
                    <a:pt x="6405626" y="1032637"/>
                  </a:cubicBezTo>
                  <a:lnTo>
                    <a:pt x="6405626" y="1019937"/>
                  </a:lnTo>
                  <a:lnTo>
                    <a:pt x="6405626" y="1032637"/>
                  </a:lnTo>
                  <a:lnTo>
                    <a:pt x="93726" y="1032637"/>
                  </a:lnTo>
                  <a:lnTo>
                    <a:pt x="93726" y="1019937"/>
                  </a:lnTo>
                  <a:lnTo>
                    <a:pt x="93726" y="1032637"/>
                  </a:lnTo>
                  <a:cubicBezTo>
                    <a:pt x="42291" y="1032637"/>
                    <a:pt x="0" y="991743"/>
                    <a:pt x="0" y="940562"/>
                  </a:cubicBezTo>
                  <a:lnTo>
                    <a:pt x="0" y="92075"/>
                  </a:lnTo>
                  <a:lnTo>
                    <a:pt x="12700" y="92075"/>
                  </a:lnTo>
                  <a:lnTo>
                    <a:pt x="0" y="92075"/>
                  </a:lnTo>
                  <a:moveTo>
                    <a:pt x="25400" y="92075"/>
                  </a:moveTo>
                  <a:lnTo>
                    <a:pt x="25400" y="940562"/>
                  </a:lnTo>
                  <a:lnTo>
                    <a:pt x="12700" y="940562"/>
                  </a:lnTo>
                  <a:lnTo>
                    <a:pt x="25400" y="940562"/>
                  </a:lnTo>
                  <a:cubicBezTo>
                    <a:pt x="25400" y="977138"/>
                    <a:pt x="55753" y="1007237"/>
                    <a:pt x="93726" y="1007237"/>
                  </a:cubicBezTo>
                  <a:lnTo>
                    <a:pt x="6405626" y="1007237"/>
                  </a:lnTo>
                  <a:cubicBezTo>
                    <a:pt x="6443599" y="1007237"/>
                    <a:pt x="6473952" y="977138"/>
                    <a:pt x="6473952" y="940562"/>
                  </a:cubicBezTo>
                  <a:lnTo>
                    <a:pt x="6473952" y="92075"/>
                  </a:lnTo>
                  <a:cubicBezTo>
                    <a:pt x="6473952" y="55499"/>
                    <a:pt x="6443599" y="25400"/>
                    <a:pt x="6405626" y="25400"/>
                  </a:cubicBezTo>
                  <a:lnTo>
                    <a:pt x="93726" y="25400"/>
                  </a:lnTo>
                  <a:lnTo>
                    <a:pt x="93726" y="12700"/>
                  </a:lnTo>
                  <a:lnTo>
                    <a:pt x="93726" y="25400"/>
                  </a:lnTo>
                  <a:cubicBezTo>
                    <a:pt x="55753" y="25400"/>
                    <a:pt x="25400" y="55499"/>
                    <a:pt x="25400" y="92075"/>
                  </a:cubicBezTo>
                  <a:close/>
                </a:path>
              </a:pathLst>
            </a:custGeom>
            <a:solidFill>
              <a:srgbClr val="313E80"/>
            </a:solid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9340158" y="9090269"/>
            <a:ext cx="1771945" cy="230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EXCEPTION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340158" y="9344616"/>
            <a:ext cx="4534052" cy="189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HANDLES ERRORS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18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268884"/>
            <a:ext cx="7161609" cy="92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5A6ED8"/>
                </a:solidFill>
                <a:latin typeface="Roboto"/>
                <a:ea typeface="Roboto"/>
                <a:cs typeface="Roboto"/>
                <a:sym typeface="Roboto"/>
              </a:rPr>
              <a:t>OOP CONCEPTS USED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7476" y="3755231"/>
            <a:ext cx="8019459" cy="2204590"/>
            <a:chOff x="0" y="0"/>
            <a:chExt cx="10692613" cy="293945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10679938" cy="2926715"/>
            </a:xfrm>
            <a:custGeom>
              <a:avLst/>
              <a:gdLst/>
              <a:ahLst/>
              <a:cxnLst/>
              <a:rect r="r" b="b" t="t" l="l"/>
              <a:pathLst>
                <a:path h="2926715" w="10679938">
                  <a:moveTo>
                    <a:pt x="0" y="158750"/>
                  </a:moveTo>
                  <a:cubicBezTo>
                    <a:pt x="0" y="71120"/>
                    <a:pt x="71247" y="0"/>
                    <a:pt x="159258" y="0"/>
                  </a:cubicBezTo>
                  <a:lnTo>
                    <a:pt x="10520680" y="0"/>
                  </a:lnTo>
                  <a:cubicBezTo>
                    <a:pt x="10608691" y="0"/>
                    <a:pt x="10679938" y="71120"/>
                    <a:pt x="10679938" y="158750"/>
                  </a:cubicBezTo>
                  <a:lnTo>
                    <a:pt x="10679938" y="2767965"/>
                  </a:lnTo>
                  <a:cubicBezTo>
                    <a:pt x="10679938" y="2855595"/>
                    <a:pt x="10608691" y="2926715"/>
                    <a:pt x="10520680" y="2926715"/>
                  </a:cubicBezTo>
                  <a:lnTo>
                    <a:pt x="159258" y="2926715"/>
                  </a:lnTo>
                  <a:cubicBezTo>
                    <a:pt x="71247" y="2926715"/>
                    <a:pt x="0" y="2855595"/>
                    <a:pt x="0" y="2767965"/>
                  </a:cubicBezTo>
                  <a:close/>
                </a:path>
              </a:pathLst>
            </a:custGeom>
            <a:solidFill>
              <a:srgbClr val="182567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92638" cy="2939415"/>
            </a:xfrm>
            <a:custGeom>
              <a:avLst/>
              <a:gdLst/>
              <a:ahLst/>
              <a:cxnLst/>
              <a:rect r="r" b="b" t="t" l="l"/>
              <a:pathLst>
                <a:path h="2939415" w="10692638">
                  <a:moveTo>
                    <a:pt x="0" y="165100"/>
                  </a:moveTo>
                  <a:cubicBezTo>
                    <a:pt x="0" y="73914"/>
                    <a:pt x="74168" y="0"/>
                    <a:pt x="165608" y="0"/>
                  </a:cubicBezTo>
                  <a:lnTo>
                    <a:pt x="10527030" y="0"/>
                  </a:lnTo>
                  <a:lnTo>
                    <a:pt x="10527030" y="6350"/>
                  </a:lnTo>
                  <a:lnTo>
                    <a:pt x="10527030" y="0"/>
                  </a:lnTo>
                  <a:cubicBezTo>
                    <a:pt x="10618470" y="0"/>
                    <a:pt x="10692638" y="73914"/>
                    <a:pt x="10692638" y="165100"/>
                  </a:cubicBezTo>
                  <a:lnTo>
                    <a:pt x="10686288" y="165100"/>
                  </a:lnTo>
                  <a:lnTo>
                    <a:pt x="10692638" y="165100"/>
                  </a:lnTo>
                  <a:lnTo>
                    <a:pt x="10692638" y="2774315"/>
                  </a:lnTo>
                  <a:lnTo>
                    <a:pt x="10686288" y="2774315"/>
                  </a:lnTo>
                  <a:lnTo>
                    <a:pt x="10692638" y="2774315"/>
                  </a:lnTo>
                  <a:cubicBezTo>
                    <a:pt x="10692638" y="2865501"/>
                    <a:pt x="10618470" y="2939415"/>
                    <a:pt x="10527030" y="2939415"/>
                  </a:cubicBezTo>
                  <a:lnTo>
                    <a:pt x="10527030" y="2933065"/>
                  </a:lnTo>
                  <a:lnTo>
                    <a:pt x="10527030" y="2939415"/>
                  </a:lnTo>
                  <a:lnTo>
                    <a:pt x="165608" y="2939415"/>
                  </a:lnTo>
                  <a:lnTo>
                    <a:pt x="165608" y="2933065"/>
                  </a:lnTo>
                  <a:lnTo>
                    <a:pt x="165608" y="2939415"/>
                  </a:lnTo>
                  <a:cubicBezTo>
                    <a:pt x="74168" y="2939415"/>
                    <a:pt x="0" y="2865501"/>
                    <a:pt x="0" y="2774315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774315"/>
                  </a:lnTo>
                  <a:lnTo>
                    <a:pt x="6350" y="2774315"/>
                  </a:lnTo>
                  <a:lnTo>
                    <a:pt x="12700" y="2774315"/>
                  </a:lnTo>
                  <a:cubicBezTo>
                    <a:pt x="12700" y="2858516"/>
                    <a:pt x="81153" y="2926715"/>
                    <a:pt x="165608" y="2926715"/>
                  </a:cubicBezTo>
                  <a:lnTo>
                    <a:pt x="10527030" y="2926715"/>
                  </a:lnTo>
                  <a:cubicBezTo>
                    <a:pt x="10611486" y="2926715"/>
                    <a:pt x="10679938" y="2858516"/>
                    <a:pt x="10679938" y="2774315"/>
                  </a:cubicBezTo>
                  <a:lnTo>
                    <a:pt x="10679938" y="165100"/>
                  </a:lnTo>
                  <a:cubicBezTo>
                    <a:pt x="10679938" y="80899"/>
                    <a:pt x="10611486" y="12700"/>
                    <a:pt x="10527030" y="12700"/>
                  </a:cubicBezTo>
                  <a:lnTo>
                    <a:pt x="165608" y="12700"/>
                  </a:lnTo>
                  <a:lnTo>
                    <a:pt x="165608" y="6350"/>
                  </a:lnTo>
                  <a:lnTo>
                    <a:pt x="165608" y="12700"/>
                  </a:lnTo>
                  <a:cubicBezTo>
                    <a:pt x="81153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313E8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85284" y="4024465"/>
            <a:ext cx="4252912" cy="560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ABSTRACTION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5284" y="4659516"/>
            <a:ext cx="7423842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SEPARATE CLASSES (APARTMENT, RESIDENT, OWNER, TENANT)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280922" y="3755231"/>
            <a:ext cx="8019602" cy="2204590"/>
            <a:chOff x="0" y="0"/>
            <a:chExt cx="10692803" cy="293945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" y="6350"/>
              <a:ext cx="10680064" cy="2926715"/>
            </a:xfrm>
            <a:custGeom>
              <a:avLst/>
              <a:gdLst/>
              <a:ahLst/>
              <a:cxnLst/>
              <a:rect r="r" b="b" t="t" l="l"/>
              <a:pathLst>
                <a:path h="2926715" w="10680064">
                  <a:moveTo>
                    <a:pt x="0" y="158750"/>
                  </a:moveTo>
                  <a:cubicBezTo>
                    <a:pt x="0" y="71120"/>
                    <a:pt x="71247" y="0"/>
                    <a:pt x="159258" y="0"/>
                  </a:cubicBezTo>
                  <a:lnTo>
                    <a:pt x="10520807" y="0"/>
                  </a:lnTo>
                  <a:cubicBezTo>
                    <a:pt x="10608818" y="0"/>
                    <a:pt x="10680064" y="71120"/>
                    <a:pt x="10680064" y="158750"/>
                  </a:cubicBezTo>
                  <a:lnTo>
                    <a:pt x="10680064" y="2767965"/>
                  </a:lnTo>
                  <a:cubicBezTo>
                    <a:pt x="10680064" y="2855595"/>
                    <a:pt x="10608818" y="2926715"/>
                    <a:pt x="10520807" y="2926715"/>
                  </a:cubicBezTo>
                  <a:lnTo>
                    <a:pt x="159258" y="2926715"/>
                  </a:lnTo>
                  <a:cubicBezTo>
                    <a:pt x="71247" y="2926715"/>
                    <a:pt x="0" y="2855595"/>
                    <a:pt x="0" y="2767965"/>
                  </a:cubicBezTo>
                  <a:close/>
                </a:path>
              </a:pathLst>
            </a:custGeom>
            <a:solidFill>
              <a:srgbClr val="182567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92764" cy="2939415"/>
            </a:xfrm>
            <a:custGeom>
              <a:avLst/>
              <a:gdLst/>
              <a:ahLst/>
              <a:cxnLst/>
              <a:rect r="r" b="b" t="t" l="l"/>
              <a:pathLst>
                <a:path h="2939415" w="10692764">
                  <a:moveTo>
                    <a:pt x="0" y="165100"/>
                  </a:moveTo>
                  <a:cubicBezTo>
                    <a:pt x="0" y="73914"/>
                    <a:pt x="74168" y="0"/>
                    <a:pt x="165608" y="0"/>
                  </a:cubicBezTo>
                  <a:lnTo>
                    <a:pt x="10527157" y="0"/>
                  </a:lnTo>
                  <a:lnTo>
                    <a:pt x="10527157" y="6350"/>
                  </a:lnTo>
                  <a:lnTo>
                    <a:pt x="10527157" y="0"/>
                  </a:lnTo>
                  <a:cubicBezTo>
                    <a:pt x="10618597" y="0"/>
                    <a:pt x="10692764" y="73914"/>
                    <a:pt x="10692764" y="165100"/>
                  </a:cubicBezTo>
                  <a:lnTo>
                    <a:pt x="10686414" y="165100"/>
                  </a:lnTo>
                  <a:lnTo>
                    <a:pt x="10692764" y="165100"/>
                  </a:lnTo>
                  <a:lnTo>
                    <a:pt x="10692764" y="2774315"/>
                  </a:lnTo>
                  <a:lnTo>
                    <a:pt x="10686414" y="2774315"/>
                  </a:lnTo>
                  <a:lnTo>
                    <a:pt x="10692764" y="2774315"/>
                  </a:lnTo>
                  <a:cubicBezTo>
                    <a:pt x="10692764" y="2865501"/>
                    <a:pt x="10618597" y="2939415"/>
                    <a:pt x="10527157" y="2939415"/>
                  </a:cubicBezTo>
                  <a:lnTo>
                    <a:pt x="10527157" y="2933065"/>
                  </a:lnTo>
                  <a:lnTo>
                    <a:pt x="10527157" y="2939415"/>
                  </a:lnTo>
                  <a:lnTo>
                    <a:pt x="165608" y="2939415"/>
                  </a:lnTo>
                  <a:lnTo>
                    <a:pt x="165608" y="2933065"/>
                  </a:lnTo>
                  <a:lnTo>
                    <a:pt x="165608" y="2939415"/>
                  </a:lnTo>
                  <a:cubicBezTo>
                    <a:pt x="74168" y="2939415"/>
                    <a:pt x="0" y="2865501"/>
                    <a:pt x="0" y="2774315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774315"/>
                  </a:lnTo>
                  <a:lnTo>
                    <a:pt x="6350" y="2774315"/>
                  </a:lnTo>
                  <a:lnTo>
                    <a:pt x="12700" y="2774315"/>
                  </a:lnTo>
                  <a:cubicBezTo>
                    <a:pt x="12700" y="2858516"/>
                    <a:pt x="81153" y="2926715"/>
                    <a:pt x="165608" y="2926715"/>
                  </a:cubicBezTo>
                  <a:lnTo>
                    <a:pt x="10527157" y="2926715"/>
                  </a:lnTo>
                  <a:cubicBezTo>
                    <a:pt x="10611612" y="2926715"/>
                    <a:pt x="10680064" y="2858516"/>
                    <a:pt x="10680064" y="2774315"/>
                  </a:cubicBezTo>
                  <a:lnTo>
                    <a:pt x="10680064" y="165100"/>
                  </a:lnTo>
                  <a:cubicBezTo>
                    <a:pt x="10680064" y="80899"/>
                    <a:pt x="10611612" y="12700"/>
                    <a:pt x="10527157" y="12700"/>
                  </a:cubicBezTo>
                  <a:lnTo>
                    <a:pt x="165608" y="12700"/>
                  </a:lnTo>
                  <a:lnTo>
                    <a:pt x="165608" y="6350"/>
                  </a:lnTo>
                  <a:lnTo>
                    <a:pt x="165608" y="12700"/>
                  </a:lnTo>
                  <a:cubicBezTo>
                    <a:pt x="81153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313E80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578731" y="4024465"/>
            <a:ext cx="4252912" cy="560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ENCAPSULATION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78731" y="4659516"/>
            <a:ext cx="7423995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PRIVATE DATA WITH METHODS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87476" y="6233817"/>
            <a:ext cx="8019459" cy="1750962"/>
            <a:chOff x="0" y="0"/>
            <a:chExt cx="10692613" cy="23346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" y="6350"/>
              <a:ext cx="10679938" cy="2321941"/>
            </a:xfrm>
            <a:custGeom>
              <a:avLst/>
              <a:gdLst/>
              <a:ahLst/>
              <a:cxnLst/>
              <a:rect r="r" b="b" t="t" l="l"/>
              <a:pathLst>
                <a:path h="2321941" w="10679938">
                  <a:moveTo>
                    <a:pt x="0" y="158750"/>
                  </a:moveTo>
                  <a:cubicBezTo>
                    <a:pt x="0" y="71120"/>
                    <a:pt x="71374" y="0"/>
                    <a:pt x="159512" y="0"/>
                  </a:cubicBezTo>
                  <a:lnTo>
                    <a:pt x="10520426" y="0"/>
                  </a:lnTo>
                  <a:cubicBezTo>
                    <a:pt x="10608437" y="0"/>
                    <a:pt x="10679938" y="71120"/>
                    <a:pt x="10679938" y="158750"/>
                  </a:cubicBezTo>
                  <a:lnTo>
                    <a:pt x="10679938" y="2163191"/>
                  </a:lnTo>
                  <a:cubicBezTo>
                    <a:pt x="10679938" y="2250821"/>
                    <a:pt x="10608564" y="2321941"/>
                    <a:pt x="10520426" y="2321941"/>
                  </a:cubicBezTo>
                  <a:lnTo>
                    <a:pt x="159512" y="2321941"/>
                  </a:lnTo>
                  <a:cubicBezTo>
                    <a:pt x="71501" y="2321941"/>
                    <a:pt x="0" y="2250821"/>
                    <a:pt x="0" y="2163191"/>
                  </a:cubicBezTo>
                  <a:close/>
                </a:path>
              </a:pathLst>
            </a:custGeom>
            <a:solidFill>
              <a:srgbClr val="182567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92638" cy="2334641"/>
            </a:xfrm>
            <a:custGeom>
              <a:avLst/>
              <a:gdLst/>
              <a:ahLst/>
              <a:cxnLst/>
              <a:rect r="r" b="b" t="t" l="l"/>
              <a:pathLst>
                <a:path h="2334641" w="10692638">
                  <a:moveTo>
                    <a:pt x="0" y="165100"/>
                  </a:moveTo>
                  <a:cubicBezTo>
                    <a:pt x="0" y="73914"/>
                    <a:pt x="74295" y="0"/>
                    <a:pt x="165862" y="0"/>
                  </a:cubicBezTo>
                  <a:lnTo>
                    <a:pt x="10526776" y="0"/>
                  </a:lnTo>
                  <a:lnTo>
                    <a:pt x="10526776" y="6350"/>
                  </a:lnTo>
                  <a:lnTo>
                    <a:pt x="10526776" y="0"/>
                  </a:lnTo>
                  <a:cubicBezTo>
                    <a:pt x="10618343" y="0"/>
                    <a:pt x="10692638" y="73914"/>
                    <a:pt x="10692638" y="165100"/>
                  </a:cubicBezTo>
                  <a:lnTo>
                    <a:pt x="10686288" y="165100"/>
                  </a:lnTo>
                  <a:lnTo>
                    <a:pt x="10692638" y="165100"/>
                  </a:lnTo>
                  <a:lnTo>
                    <a:pt x="10692638" y="2169541"/>
                  </a:lnTo>
                  <a:lnTo>
                    <a:pt x="10686288" y="2169541"/>
                  </a:lnTo>
                  <a:lnTo>
                    <a:pt x="10692638" y="2169541"/>
                  </a:lnTo>
                  <a:cubicBezTo>
                    <a:pt x="10692638" y="2260727"/>
                    <a:pt x="10618343" y="2334641"/>
                    <a:pt x="10526776" y="2334641"/>
                  </a:cubicBezTo>
                  <a:lnTo>
                    <a:pt x="10526776" y="2328291"/>
                  </a:lnTo>
                  <a:lnTo>
                    <a:pt x="10526776" y="2334641"/>
                  </a:lnTo>
                  <a:lnTo>
                    <a:pt x="165862" y="2334641"/>
                  </a:lnTo>
                  <a:lnTo>
                    <a:pt x="165862" y="2328291"/>
                  </a:lnTo>
                  <a:lnTo>
                    <a:pt x="165862" y="2334641"/>
                  </a:lnTo>
                  <a:cubicBezTo>
                    <a:pt x="74295" y="2334641"/>
                    <a:pt x="0" y="2260727"/>
                    <a:pt x="0" y="2169541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169541"/>
                  </a:lnTo>
                  <a:lnTo>
                    <a:pt x="6350" y="2169541"/>
                  </a:lnTo>
                  <a:lnTo>
                    <a:pt x="12700" y="2169541"/>
                  </a:lnTo>
                  <a:cubicBezTo>
                    <a:pt x="12700" y="2253742"/>
                    <a:pt x="81280" y="2321941"/>
                    <a:pt x="165862" y="2321941"/>
                  </a:cubicBezTo>
                  <a:lnTo>
                    <a:pt x="10526776" y="2321941"/>
                  </a:lnTo>
                  <a:cubicBezTo>
                    <a:pt x="10611358" y="2321941"/>
                    <a:pt x="10679938" y="2253615"/>
                    <a:pt x="10679938" y="2169541"/>
                  </a:cubicBezTo>
                  <a:lnTo>
                    <a:pt x="10679938" y="165100"/>
                  </a:lnTo>
                  <a:cubicBezTo>
                    <a:pt x="10679938" y="80899"/>
                    <a:pt x="10611358" y="12700"/>
                    <a:pt x="10526776" y="12700"/>
                  </a:cubicBezTo>
                  <a:lnTo>
                    <a:pt x="165862" y="12700"/>
                  </a:lnTo>
                  <a:lnTo>
                    <a:pt x="165862" y="6350"/>
                  </a:lnTo>
                  <a:lnTo>
                    <a:pt x="165862" y="12700"/>
                  </a:lnTo>
                  <a:cubicBezTo>
                    <a:pt x="81280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313E80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85284" y="6503041"/>
            <a:ext cx="4252912" cy="560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INHERITANCE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85284" y="7138092"/>
            <a:ext cx="7423842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TENANT EXTENDS RESIDENT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280922" y="6233817"/>
            <a:ext cx="8019602" cy="1750962"/>
            <a:chOff x="0" y="0"/>
            <a:chExt cx="10692803" cy="23346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6350" y="6350"/>
              <a:ext cx="10680192" cy="2321941"/>
            </a:xfrm>
            <a:custGeom>
              <a:avLst/>
              <a:gdLst/>
              <a:ahLst/>
              <a:cxnLst/>
              <a:rect r="r" b="b" t="t" l="l"/>
              <a:pathLst>
                <a:path h="2321941" w="10680192">
                  <a:moveTo>
                    <a:pt x="0" y="158750"/>
                  </a:moveTo>
                  <a:cubicBezTo>
                    <a:pt x="0" y="71120"/>
                    <a:pt x="71374" y="0"/>
                    <a:pt x="159512" y="0"/>
                  </a:cubicBezTo>
                  <a:lnTo>
                    <a:pt x="10520680" y="0"/>
                  </a:lnTo>
                  <a:cubicBezTo>
                    <a:pt x="10608691" y="0"/>
                    <a:pt x="10680192" y="71120"/>
                    <a:pt x="10680192" y="158750"/>
                  </a:cubicBezTo>
                  <a:lnTo>
                    <a:pt x="10680192" y="2163191"/>
                  </a:lnTo>
                  <a:cubicBezTo>
                    <a:pt x="10680192" y="2250821"/>
                    <a:pt x="10608818" y="2321941"/>
                    <a:pt x="10520680" y="2321941"/>
                  </a:cubicBezTo>
                  <a:lnTo>
                    <a:pt x="159512" y="2321941"/>
                  </a:lnTo>
                  <a:cubicBezTo>
                    <a:pt x="71501" y="2321941"/>
                    <a:pt x="0" y="2250821"/>
                    <a:pt x="0" y="2163191"/>
                  </a:cubicBezTo>
                  <a:close/>
                </a:path>
              </a:pathLst>
            </a:custGeom>
            <a:solidFill>
              <a:srgbClr val="182567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92892" cy="2334641"/>
            </a:xfrm>
            <a:custGeom>
              <a:avLst/>
              <a:gdLst/>
              <a:ahLst/>
              <a:cxnLst/>
              <a:rect r="r" b="b" t="t" l="l"/>
              <a:pathLst>
                <a:path h="2334641" w="10692892">
                  <a:moveTo>
                    <a:pt x="0" y="165100"/>
                  </a:moveTo>
                  <a:cubicBezTo>
                    <a:pt x="0" y="73914"/>
                    <a:pt x="74295" y="0"/>
                    <a:pt x="165862" y="0"/>
                  </a:cubicBezTo>
                  <a:lnTo>
                    <a:pt x="10527030" y="0"/>
                  </a:lnTo>
                  <a:lnTo>
                    <a:pt x="10527030" y="6350"/>
                  </a:lnTo>
                  <a:lnTo>
                    <a:pt x="10527030" y="0"/>
                  </a:lnTo>
                  <a:cubicBezTo>
                    <a:pt x="10618598" y="0"/>
                    <a:pt x="10692892" y="73914"/>
                    <a:pt x="10692892" y="165100"/>
                  </a:cubicBezTo>
                  <a:lnTo>
                    <a:pt x="10686542" y="165100"/>
                  </a:lnTo>
                  <a:lnTo>
                    <a:pt x="10692892" y="165100"/>
                  </a:lnTo>
                  <a:lnTo>
                    <a:pt x="10692892" y="2169541"/>
                  </a:lnTo>
                  <a:lnTo>
                    <a:pt x="10686542" y="2169541"/>
                  </a:lnTo>
                  <a:lnTo>
                    <a:pt x="10692892" y="2169541"/>
                  </a:lnTo>
                  <a:cubicBezTo>
                    <a:pt x="10692892" y="2260727"/>
                    <a:pt x="10618598" y="2334641"/>
                    <a:pt x="10527030" y="2334641"/>
                  </a:cubicBezTo>
                  <a:lnTo>
                    <a:pt x="10527030" y="2328291"/>
                  </a:lnTo>
                  <a:lnTo>
                    <a:pt x="10527030" y="2334641"/>
                  </a:lnTo>
                  <a:lnTo>
                    <a:pt x="165862" y="2334641"/>
                  </a:lnTo>
                  <a:lnTo>
                    <a:pt x="165862" y="2328291"/>
                  </a:lnTo>
                  <a:lnTo>
                    <a:pt x="165862" y="2334641"/>
                  </a:lnTo>
                  <a:cubicBezTo>
                    <a:pt x="74295" y="2334641"/>
                    <a:pt x="0" y="2260727"/>
                    <a:pt x="0" y="2169541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169541"/>
                  </a:lnTo>
                  <a:lnTo>
                    <a:pt x="6350" y="2169541"/>
                  </a:lnTo>
                  <a:lnTo>
                    <a:pt x="12700" y="2169541"/>
                  </a:lnTo>
                  <a:cubicBezTo>
                    <a:pt x="12700" y="2253742"/>
                    <a:pt x="81280" y="2321941"/>
                    <a:pt x="165862" y="2321941"/>
                  </a:cubicBezTo>
                  <a:lnTo>
                    <a:pt x="10527030" y="2321941"/>
                  </a:lnTo>
                  <a:cubicBezTo>
                    <a:pt x="10611612" y="2321941"/>
                    <a:pt x="10680192" y="2253615"/>
                    <a:pt x="10680192" y="2169541"/>
                  </a:cubicBezTo>
                  <a:lnTo>
                    <a:pt x="10680192" y="165100"/>
                  </a:lnTo>
                  <a:cubicBezTo>
                    <a:pt x="10680192" y="80899"/>
                    <a:pt x="10611612" y="12700"/>
                    <a:pt x="10527030" y="12700"/>
                  </a:cubicBezTo>
                  <a:lnTo>
                    <a:pt x="165862" y="12700"/>
                  </a:lnTo>
                  <a:lnTo>
                    <a:pt x="165862" y="6350"/>
                  </a:lnTo>
                  <a:lnTo>
                    <a:pt x="165862" y="12700"/>
                  </a:lnTo>
                  <a:cubicBezTo>
                    <a:pt x="81280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313E80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578731" y="6503041"/>
            <a:ext cx="4252912" cy="560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POLYMORPHISM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78731" y="7138092"/>
            <a:ext cx="7423995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METHODS LIKE TOSTRING()/DISPLAY()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18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650054"/>
            <a:ext cx="7672835" cy="92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5A6ED8"/>
                </a:solidFill>
                <a:latin typeface="Roboto"/>
                <a:ea typeface="Roboto"/>
                <a:cs typeface="Roboto"/>
                <a:sym typeface="Roboto"/>
              </a:rPr>
              <a:t>TECHNICAL HIGHLIGHT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7476" y="3136402"/>
            <a:ext cx="647405" cy="647405"/>
            <a:chOff x="0" y="0"/>
            <a:chExt cx="863206" cy="8632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182567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313E8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913630" y="3165719"/>
            <a:ext cx="8518627" cy="560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MENU-DRIVEN SYSTEM USING MAIN CLASS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87476" y="4341314"/>
            <a:ext cx="647405" cy="647405"/>
            <a:chOff x="0" y="0"/>
            <a:chExt cx="863206" cy="86320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182567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313E80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913630" y="4370632"/>
            <a:ext cx="6357347" cy="560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OBJECT-BASED DATA HANDLING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87476" y="5546227"/>
            <a:ext cx="647405" cy="647405"/>
            <a:chOff x="0" y="0"/>
            <a:chExt cx="863206" cy="86320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182567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313E80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913630" y="5575544"/>
            <a:ext cx="6328915" cy="560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FILE STORAGE (RESIDENTS.TXT)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87476" y="6751139"/>
            <a:ext cx="647405" cy="647405"/>
            <a:chOff x="0" y="0"/>
            <a:chExt cx="863206" cy="86320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182567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313E80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913630" y="6780457"/>
            <a:ext cx="6317456" cy="560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CUSTOM EXCEPTION HANDLING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87476" y="7956052"/>
            <a:ext cx="647405" cy="647405"/>
            <a:chOff x="0" y="0"/>
            <a:chExt cx="863206" cy="86320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182567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313E80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913630" y="7985369"/>
            <a:ext cx="5773493" cy="560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CLEAR CLASS-BASED DESIGN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5603" y="0"/>
            <a:ext cx="18413603" cy="10287000"/>
            <a:chOff x="0" y="0"/>
            <a:chExt cx="28592744" cy="1597371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8592745" cy="15973710"/>
            </a:xfrm>
            <a:custGeom>
              <a:avLst/>
              <a:gdLst/>
              <a:ahLst/>
              <a:cxnLst/>
              <a:rect r="r" b="b" t="t" l="l"/>
              <a:pathLst>
                <a:path h="15973710" w="28592745">
                  <a:moveTo>
                    <a:pt x="0" y="0"/>
                  </a:moveTo>
                  <a:lnTo>
                    <a:pt x="28592745" y="0"/>
                  </a:lnTo>
                  <a:lnTo>
                    <a:pt x="28592745" y="15973710"/>
                  </a:lnTo>
                  <a:lnTo>
                    <a:pt x="0" y="15973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43" r="0" b="-34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09269" y="3251771"/>
            <a:ext cx="6280922" cy="3420926"/>
          </a:xfrm>
          <a:custGeom>
            <a:avLst/>
            <a:gdLst/>
            <a:ahLst/>
            <a:cxnLst/>
            <a:rect r="r" b="b" t="t" l="l"/>
            <a:pathLst>
              <a:path h="3420926" w="6280922">
                <a:moveTo>
                  <a:pt x="0" y="0"/>
                </a:moveTo>
                <a:lnTo>
                  <a:pt x="6280922" y="0"/>
                </a:lnTo>
                <a:lnTo>
                  <a:pt x="6280922" y="3420927"/>
                </a:lnTo>
                <a:lnTo>
                  <a:pt x="0" y="34209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556" r="-71463" b="-916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511891" y="3819334"/>
            <a:ext cx="10273095" cy="3390121"/>
          </a:xfrm>
          <a:custGeom>
            <a:avLst/>
            <a:gdLst/>
            <a:ahLst/>
            <a:cxnLst/>
            <a:rect r="r" b="b" t="t" l="l"/>
            <a:pathLst>
              <a:path h="3390121" w="10273095">
                <a:moveTo>
                  <a:pt x="0" y="0"/>
                </a:moveTo>
                <a:lnTo>
                  <a:pt x="10273095" y="0"/>
                </a:lnTo>
                <a:lnTo>
                  <a:pt x="10273095" y="3390121"/>
                </a:lnTo>
                <a:lnTo>
                  <a:pt x="0" y="33901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33999" y="745110"/>
            <a:ext cx="7088238" cy="92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5A6ED8"/>
                </a:solidFill>
                <a:latin typeface="Roboto"/>
                <a:ea typeface="Roboto"/>
                <a:cs typeface="Roboto"/>
                <a:sym typeface="Roboto"/>
              </a:rPr>
              <a:t>LIVE DEMO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9269" y="2400154"/>
            <a:ext cx="6730003" cy="560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ADD AND VIEW RESIDENT DETAILS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22237" y="2317080"/>
            <a:ext cx="9037063" cy="1204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3"/>
              </a:lnSpc>
            </a:pPr>
            <a:r>
              <a:rPr lang="en-US" sz="388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HANDLE INVALID INPUT USING EXCEPTION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797" y="152400"/>
            <a:ext cx="18413603" cy="10287000"/>
            <a:chOff x="0" y="0"/>
            <a:chExt cx="28592744" cy="1597371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8592745" cy="15973710"/>
            </a:xfrm>
            <a:custGeom>
              <a:avLst/>
              <a:gdLst/>
              <a:ahLst/>
              <a:cxnLst/>
              <a:rect r="r" b="b" t="t" l="l"/>
              <a:pathLst>
                <a:path h="15973710" w="28592745">
                  <a:moveTo>
                    <a:pt x="0" y="0"/>
                  </a:moveTo>
                  <a:lnTo>
                    <a:pt x="28592745" y="0"/>
                  </a:lnTo>
                  <a:lnTo>
                    <a:pt x="28592745" y="15973710"/>
                  </a:lnTo>
                  <a:lnTo>
                    <a:pt x="0" y="15973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43" r="0" b="-34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755163" y="2496136"/>
            <a:ext cx="13646415" cy="6762164"/>
          </a:xfrm>
          <a:custGeom>
            <a:avLst/>
            <a:gdLst/>
            <a:ahLst/>
            <a:cxnLst/>
            <a:rect r="r" b="b" t="t" l="l"/>
            <a:pathLst>
              <a:path h="6762164" w="13646415">
                <a:moveTo>
                  <a:pt x="0" y="0"/>
                </a:moveTo>
                <a:lnTo>
                  <a:pt x="13646415" y="0"/>
                </a:lnTo>
                <a:lnTo>
                  <a:pt x="13646415" y="6762164"/>
                </a:lnTo>
                <a:lnTo>
                  <a:pt x="0" y="67621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690" r="-8566" b="-15175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00257" y="1674594"/>
            <a:ext cx="8488572" cy="82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24"/>
              </a:lnSpc>
            </a:pPr>
            <a:r>
              <a:rPr lang="en-US" sz="523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COMPLETE WORKING 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DAHETcYrtjY</dc:identifier>
  <dcterms:modified xsi:type="dcterms:W3CDTF">2011-08-01T06:04:30Z</dcterms:modified>
  <cp:revision>1</cp:revision>
  <dc:title>APARTMENT-MANAGEMENT-SYSTEM.pptx</dc:title>
</cp:coreProperties>
</file>